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97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A367F-E3C0-D5CF-DD0B-35E5824AF0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B70729-FE24-C1DC-7680-40F34CD289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9A61C5-36EE-27F7-0069-8A9A9083F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08C57-0B4F-4BF9-8C1D-4500E41B3774}" type="datetimeFigureOut">
              <a:rPr lang="en-US" smtClean="0"/>
              <a:t>9/21/2023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177F8B-B43C-249A-F5FE-FE92E3590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7098E-8765-81CF-6B09-A74516BE6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7A96B-5BF9-4DF7-9384-D1F5214D9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4760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6168B-3348-A1BC-5AB3-CFEC15507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E63E44-3ED6-693A-A2A3-7B3B878B39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4C210E-14A1-C591-5E93-4B8ADDF73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08C57-0B4F-4BF9-8C1D-4500E41B3774}" type="datetimeFigureOut">
              <a:rPr lang="en-US" smtClean="0"/>
              <a:t>9/21/2023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D18AED-1D39-C804-8AB0-DA4296637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D45BAF-E8DF-47D1-338A-11090DCC4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7A96B-5BF9-4DF7-9384-D1F5214D9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0816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4DD41-5EDB-AF6E-D285-FA278997B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B72D48-E2FD-8DFA-4C58-32BC7D6168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912BDA-EBA1-4C32-C458-7A7A6FC4F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08C57-0B4F-4BF9-8C1D-4500E41B3774}" type="datetimeFigureOut">
              <a:rPr lang="en-US" smtClean="0"/>
              <a:t>9/21/2023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8ECCF9-775B-0DF6-F125-CF09EACBA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6771EA-3072-C66F-B064-7ED53DFEE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7A96B-5BF9-4DF7-9384-D1F5214D9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929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4E076-5405-81BD-4EE5-ABF8F2742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122194-C612-CB98-507E-A09E3045CA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BABE1F-4DA5-A0CB-1BEC-76AEB26FF9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224B49-3C46-5D42-2548-E924BFFE1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08C57-0B4F-4BF9-8C1D-4500E41B3774}" type="datetimeFigureOut">
              <a:rPr lang="en-US" smtClean="0"/>
              <a:t>9/21/2023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4D9C4D-6D15-37CD-C936-63CFAF9B5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7BA6A5-C167-D638-2169-8480CEF65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7A96B-5BF9-4DF7-9384-D1F5214D9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9557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6DDA9-C9ED-32A1-7BD0-A2F931584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3C5CA6-E639-9BFA-2EDE-1CFBF97BE1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AECD4F-CEB0-10BF-6C1D-F8E0C082E8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3D2363-42AC-0226-9560-396E40ECAE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32051D-54E2-AD35-D508-6AA84B47F6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2D762E-B569-263E-B270-E2DF30B22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08C57-0B4F-4BF9-8C1D-4500E41B3774}" type="datetimeFigureOut">
              <a:rPr lang="en-US" smtClean="0"/>
              <a:t>9/21/2023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EB0037-1025-6CE6-2625-8645A6590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4D9FA8-1436-D4EB-68EA-5EAE5D343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7A96B-5BF9-4DF7-9384-D1F5214D9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6208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7B9E1-CC5F-2831-B0A1-52776773C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E5962E-05F4-E385-44EF-09DD607F9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08C57-0B4F-4BF9-8C1D-4500E41B3774}" type="datetimeFigureOut">
              <a:rPr lang="en-US" smtClean="0"/>
              <a:t>9/21/2023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FE6AA7-FA7C-2868-21E8-59D307D33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169C84-A56C-35B1-3D14-FB168AD48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7A96B-5BF9-4DF7-9384-D1F5214D9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5577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71AD10-DFE4-D3B8-012D-392F4A2F5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08C57-0B4F-4BF9-8C1D-4500E41B3774}" type="datetimeFigureOut">
              <a:rPr lang="en-US" smtClean="0"/>
              <a:t>9/21/2023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1115DF-328E-66DE-B6FA-4CAAE01F6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1EDF1D-B58F-DECC-C227-CD23A67E8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7A96B-5BF9-4DF7-9384-D1F5214D9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428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5347B-7DFA-2250-8C06-17699C986A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FA7D16-41AF-7EF9-6A88-DCBB3E1B76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6BEAC4-5894-92BC-6D83-0346AE648C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B85534-1CF2-E75E-3464-F9CC70A61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08C57-0B4F-4BF9-8C1D-4500E41B3774}" type="datetimeFigureOut">
              <a:rPr lang="en-US" smtClean="0"/>
              <a:t>9/21/2023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94BB2D-39DB-FD69-4EB8-9A93C019B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ACADD9-4D99-8FBB-6DA5-0F208CD18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7A96B-5BF9-4DF7-9384-D1F5214D9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2368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28390-BAE5-BBF8-3410-0BD1B637A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4EC0E2-3F09-42EF-E242-C322C547F1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CD58C4-5CC3-7C50-8BCE-A66B24E1FD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4F2A13-3AED-B3EF-0EC4-D66AB8D4D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08C57-0B4F-4BF9-8C1D-4500E41B3774}" type="datetimeFigureOut">
              <a:rPr lang="en-US" smtClean="0"/>
              <a:t>9/21/2023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8777AA-2DF9-4155-B7EF-356DB1413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D93A89-5280-8C8F-125A-B9ED59801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7A96B-5BF9-4DF7-9384-D1F5214D9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783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60ACA-4E31-01A6-4CC7-8B0E97FD4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1DA4A6-FB9F-A5D6-A16C-CE4666A937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476D46-D936-362D-E3FF-8A3855199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08C57-0B4F-4BF9-8C1D-4500E41B3774}" type="datetimeFigureOut">
              <a:rPr lang="en-US" smtClean="0"/>
              <a:t>9/21/2023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F83AB8-F452-D402-CD72-A78C69847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A70E4F-A993-0BDE-1B49-81F2D92A7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7A96B-5BF9-4DF7-9384-D1F5214D9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3772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334804-E335-0111-CAC2-963273C756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46786C-A0BB-C119-3DC7-43BB4CDD5B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FA4C62-C481-63F6-8E3C-7C97ECCD7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08C57-0B4F-4BF9-8C1D-4500E41B3774}" type="datetimeFigureOut">
              <a:rPr lang="en-US" smtClean="0"/>
              <a:t>9/21/2023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425B1A-D215-9FAD-64A4-AED9B2D3A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34EDDA-C336-2AE2-504D-CF20B179A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7A96B-5BF9-4DF7-9384-D1F5214D9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9466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CE7A75-3F71-8C5D-942E-BAD4E4E40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5966C1-FFB2-D8DF-A93A-B84E186656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4C7630-0674-8FFE-F447-A9B38D7107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E08C57-0B4F-4BF9-8C1D-4500E41B3774}" type="datetimeFigureOut">
              <a:rPr lang="en-US" smtClean="0"/>
              <a:t>9/21/2023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5DACE0-E5B2-8872-EA2F-76134A2F56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666BD7-5337-FA4A-28C5-B062D62063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37A96B-5BF9-4DF7-9384-D1F5214D9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995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8294908-8B00-4F58-BBBA-20F71A40A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364C879-1404-4203-8E9D-CC5DE0A621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82782" y="-1386168"/>
            <a:ext cx="2424873" cy="3611191"/>
          </a:xfrm>
          <a:custGeom>
            <a:avLst/>
            <a:gdLst>
              <a:gd name="connsiteX0" fmla="*/ 0 w 2424873"/>
              <a:gd name="connsiteY0" fmla="*/ 2424874 h 3611191"/>
              <a:gd name="connsiteX1" fmla="*/ 2424873 w 2424873"/>
              <a:gd name="connsiteY1" fmla="*/ 0 h 3611191"/>
              <a:gd name="connsiteX2" fmla="*/ 2424873 w 2424873"/>
              <a:gd name="connsiteY2" fmla="*/ 3611191 h 3611191"/>
              <a:gd name="connsiteX3" fmla="*/ 1186317 w 2424873"/>
              <a:gd name="connsiteY3" fmla="*/ 3611191 h 3611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24873" h="3611191">
                <a:moveTo>
                  <a:pt x="0" y="2424874"/>
                </a:moveTo>
                <a:lnTo>
                  <a:pt x="2424873" y="0"/>
                </a:lnTo>
                <a:lnTo>
                  <a:pt x="2424873" y="3611191"/>
                </a:lnTo>
                <a:lnTo>
                  <a:pt x="1186317" y="3611191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4617302-4B0D-4351-A6BB-6F0930D94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571000" y="-338582"/>
            <a:ext cx="1635955" cy="1635955"/>
          </a:xfrm>
          <a:custGeom>
            <a:avLst/>
            <a:gdLst>
              <a:gd name="connsiteX0" fmla="*/ 0 w 1635955"/>
              <a:gd name="connsiteY0" fmla="*/ 957987 h 1635955"/>
              <a:gd name="connsiteX1" fmla="*/ 957987 w 1635955"/>
              <a:gd name="connsiteY1" fmla="*/ 0 h 1635955"/>
              <a:gd name="connsiteX2" fmla="*/ 1635955 w 1635955"/>
              <a:gd name="connsiteY2" fmla="*/ 0 h 1635955"/>
              <a:gd name="connsiteX3" fmla="*/ 1635955 w 1635955"/>
              <a:gd name="connsiteY3" fmla="*/ 1635955 h 1635955"/>
              <a:gd name="connsiteX4" fmla="*/ 0 w 1635955"/>
              <a:gd name="connsiteY4" fmla="*/ 1635955 h 1635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35955" h="1635955">
                <a:moveTo>
                  <a:pt x="0" y="957987"/>
                </a:moveTo>
                <a:lnTo>
                  <a:pt x="957987" y="0"/>
                </a:lnTo>
                <a:lnTo>
                  <a:pt x="1635955" y="0"/>
                </a:lnTo>
                <a:lnTo>
                  <a:pt x="1635955" y="1635955"/>
                </a:lnTo>
                <a:lnTo>
                  <a:pt x="0" y="1635955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A2C7802-C2E0-4218-8F89-8DD7CCD2CD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627985" y="-6588"/>
            <a:ext cx="4059393" cy="2548110"/>
          </a:xfrm>
          <a:custGeom>
            <a:avLst/>
            <a:gdLst>
              <a:gd name="connsiteX0" fmla="*/ 0 w 4059393"/>
              <a:gd name="connsiteY0" fmla="*/ 1511282 h 2548110"/>
              <a:gd name="connsiteX1" fmla="*/ 1511282 w 4059393"/>
              <a:gd name="connsiteY1" fmla="*/ 0 h 2548110"/>
              <a:gd name="connsiteX2" fmla="*/ 4059393 w 4059393"/>
              <a:gd name="connsiteY2" fmla="*/ 2548110 h 2548110"/>
              <a:gd name="connsiteX3" fmla="*/ 0 w 4059393"/>
              <a:gd name="connsiteY3" fmla="*/ 2548110 h 2548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59393" h="2548110">
                <a:moveTo>
                  <a:pt x="0" y="1511282"/>
                </a:moveTo>
                <a:lnTo>
                  <a:pt x="1511282" y="0"/>
                </a:lnTo>
                <a:lnTo>
                  <a:pt x="4059393" y="2548110"/>
                </a:lnTo>
                <a:lnTo>
                  <a:pt x="0" y="254811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6D7111A-21E5-4EE9-8A78-10E5530F0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0262924" y="1465780"/>
            <a:ext cx="1185708" cy="118570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A3969E80-A77B-49FC-9122-D89AFD5EE1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-29557" y="5198743"/>
            <a:ext cx="2444907" cy="2366116"/>
          </a:xfrm>
          <a:custGeom>
            <a:avLst/>
            <a:gdLst>
              <a:gd name="connsiteX0" fmla="*/ 0 w 2203753"/>
              <a:gd name="connsiteY0" fmla="*/ 0 h 2132734"/>
              <a:gd name="connsiteX1" fmla="*/ 2203753 w 2203753"/>
              <a:gd name="connsiteY1" fmla="*/ 0 h 2132734"/>
              <a:gd name="connsiteX2" fmla="*/ 2203753 w 2203753"/>
              <a:gd name="connsiteY2" fmla="*/ 576461 h 2132734"/>
              <a:gd name="connsiteX3" fmla="*/ 647480 w 2203753"/>
              <a:gd name="connsiteY3" fmla="*/ 2132734 h 2132734"/>
              <a:gd name="connsiteX4" fmla="*/ 0 w 2203753"/>
              <a:gd name="connsiteY4" fmla="*/ 1485255 h 2132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03753" h="2132734">
                <a:moveTo>
                  <a:pt x="0" y="0"/>
                </a:moveTo>
                <a:lnTo>
                  <a:pt x="2203753" y="0"/>
                </a:lnTo>
                <a:lnTo>
                  <a:pt x="2203753" y="576461"/>
                </a:lnTo>
                <a:lnTo>
                  <a:pt x="647480" y="2132734"/>
                </a:lnTo>
                <a:lnTo>
                  <a:pt x="0" y="1485255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849CA57-76BD-4CF2-80BA-D7A46A01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769787" y="5439893"/>
            <a:ext cx="928467" cy="928467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35E9085E-E730-4768-83D4-6CB7E98971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3401311" y="734311"/>
            <a:ext cx="5389379" cy="5389379"/>
          </a:xfrm>
          <a:custGeom>
            <a:avLst/>
            <a:gdLst>
              <a:gd name="connsiteX0" fmla="*/ 0 w 5389379"/>
              <a:gd name="connsiteY0" fmla="*/ 540040 h 5389379"/>
              <a:gd name="connsiteX1" fmla="*/ 540040 w 5389379"/>
              <a:gd name="connsiteY1" fmla="*/ 0 h 5389379"/>
              <a:gd name="connsiteX2" fmla="*/ 5389379 w 5389379"/>
              <a:gd name="connsiteY2" fmla="*/ 0 h 5389379"/>
              <a:gd name="connsiteX3" fmla="*/ 5389379 w 5389379"/>
              <a:gd name="connsiteY3" fmla="*/ 4838655 h 5389379"/>
              <a:gd name="connsiteX4" fmla="*/ 4838655 w 5389379"/>
              <a:gd name="connsiteY4" fmla="*/ 5389379 h 5389379"/>
              <a:gd name="connsiteX5" fmla="*/ 0 w 5389379"/>
              <a:gd name="connsiteY5" fmla="*/ 5389379 h 5389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89379" h="5389379">
                <a:moveTo>
                  <a:pt x="0" y="540040"/>
                </a:moveTo>
                <a:lnTo>
                  <a:pt x="540040" y="0"/>
                </a:lnTo>
                <a:lnTo>
                  <a:pt x="5389379" y="0"/>
                </a:lnTo>
                <a:lnTo>
                  <a:pt x="5389379" y="4838655"/>
                </a:lnTo>
                <a:lnTo>
                  <a:pt x="4838655" y="5389379"/>
                </a:lnTo>
                <a:lnTo>
                  <a:pt x="0" y="538937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973272FE-A474-4CAE-8CA2-BCC8B476C3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00283" y="33283"/>
            <a:ext cx="6791435" cy="6791435"/>
          </a:xfrm>
          <a:custGeom>
            <a:avLst/>
            <a:gdLst>
              <a:gd name="connsiteX0" fmla="*/ 1860938 w 6791435"/>
              <a:gd name="connsiteY0" fmla="*/ 81158 h 6791435"/>
              <a:gd name="connsiteX1" fmla="*/ 1942096 w 6791435"/>
              <a:gd name="connsiteY1" fmla="*/ 0 h 6791435"/>
              <a:gd name="connsiteX2" fmla="*/ 6791435 w 6791435"/>
              <a:gd name="connsiteY2" fmla="*/ 0 h 6791435"/>
              <a:gd name="connsiteX3" fmla="*/ 6791435 w 6791435"/>
              <a:gd name="connsiteY3" fmla="*/ 4838655 h 6791435"/>
              <a:gd name="connsiteX4" fmla="*/ 6710277 w 6791435"/>
              <a:gd name="connsiteY4" fmla="*/ 4919813 h 6791435"/>
              <a:gd name="connsiteX5" fmla="*/ 6710277 w 6791435"/>
              <a:gd name="connsiteY5" fmla="*/ 81158 h 6791435"/>
              <a:gd name="connsiteX6" fmla="*/ 0 w 6791435"/>
              <a:gd name="connsiteY6" fmla="*/ 1942096 h 6791435"/>
              <a:gd name="connsiteX7" fmla="*/ 81158 w 6791435"/>
              <a:gd name="connsiteY7" fmla="*/ 1860938 h 6791435"/>
              <a:gd name="connsiteX8" fmla="*/ 81158 w 6791435"/>
              <a:gd name="connsiteY8" fmla="*/ 6710277 h 6791435"/>
              <a:gd name="connsiteX9" fmla="*/ 4919813 w 6791435"/>
              <a:gd name="connsiteY9" fmla="*/ 6710277 h 6791435"/>
              <a:gd name="connsiteX10" fmla="*/ 4838655 w 6791435"/>
              <a:gd name="connsiteY10" fmla="*/ 6791435 h 6791435"/>
              <a:gd name="connsiteX11" fmla="*/ 0 w 6791435"/>
              <a:gd name="connsiteY11" fmla="*/ 6791435 h 6791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791435" h="6791435">
                <a:moveTo>
                  <a:pt x="1860938" y="81158"/>
                </a:moveTo>
                <a:lnTo>
                  <a:pt x="1942096" y="0"/>
                </a:lnTo>
                <a:lnTo>
                  <a:pt x="6791435" y="0"/>
                </a:lnTo>
                <a:lnTo>
                  <a:pt x="6791435" y="4838655"/>
                </a:lnTo>
                <a:lnTo>
                  <a:pt x="6710277" y="4919813"/>
                </a:lnTo>
                <a:lnTo>
                  <a:pt x="6710277" y="81158"/>
                </a:lnTo>
                <a:close/>
                <a:moveTo>
                  <a:pt x="0" y="1942096"/>
                </a:moveTo>
                <a:lnTo>
                  <a:pt x="81158" y="1860938"/>
                </a:lnTo>
                <a:lnTo>
                  <a:pt x="81158" y="6710277"/>
                </a:lnTo>
                <a:lnTo>
                  <a:pt x="4919813" y="6710277"/>
                </a:lnTo>
                <a:lnTo>
                  <a:pt x="4838655" y="6791435"/>
                </a:lnTo>
                <a:lnTo>
                  <a:pt x="0" y="6791435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6A2C6C-B592-6062-948D-653BCD7615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39633" y="4518923"/>
            <a:ext cx="3312734" cy="1141851"/>
          </a:xfrm>
          <a:noFill/>
        </p:spPr>
        <p:txBody>
          <a:bodyPr>
            <a:normAutofit fontScale="70000" lnSpcReduction="20000"/>
          </a:bodyPr>
          <a:lstStyle/>
          <a:p>
            <a:r>
              <a:rPr lang="en-US" sz="2000" dirty="0">
                <a:solidFill>
                  <a:srgbClr val="080808"/>
                </a:solidFill>
              </a:rPr>
              <a:t>Dr. Zaid Jafar Al-</a:t>
            </a:r>
            <a:r>
              <a:rPr lang="en-US" sz="2000" dirty="0" err="1">
                <a:solidFill>
                  <a:srgbClr val="080808"/>
                </a:solidFill>
              </a:rPr>
              <a:t>Bachachy</a:t>
            </a:r>
            <a:endParaRPr lang="en-US" sz="2000" dirty="0">
              <a:solidFill>
                <a:srgbClr val="080808"/>
              </a:solidFill>
            </a:endParaRPr>
          </a:p>
          <a:p>
            <a:r>
              <a:rPr lang="en-US" sz="2000" dirty="0">
                <a:solidFill>
                  <a:srgbClr val="080808"/>
                </a:solidFill>
              </a:rPr>
              <a:t>Orthopedic and trauma surgeon</a:t>
            </a:r>
          </a:p>
          <a:p>
            <a:r>
              <a:rPr lang="en-US" sz="2000" dirty="0" err="1">
                <a:solidFill>
                  <a:srgbClr val="080808"/>
                </a:solidFill>
              </a:rPr>
              <a:t>M.B.Ch.B</a:t>
            </a:r>
            <a:r>
              <a:rPr lang="en-US" sz="2000" dirty="0">
                <a:solidFill>
                  <a:srgbClr val="080808"/>
                </a:solidFill>
              </a:rPr>
              <a:t> – CABMS.(orth.)</a:t>
            </a:r>
          </a:p>
          <a:p>
            <a:r>
              <a:rPr lang="en-US" sz="2000" dirty="0">
                <a:solidFill>
                  <a:srgbClr val="080808"/>
                </a:solidFill>
              </a:rPr>
              <a:t>24</a:t>
            </a:r>
            <a:r>
              <a:rPr lang="en-US" sz="2000" baseline="30000" dirty="0">
                <a:solidFill>
                  <a:srgbClr val="080808"/>
                </a:solidFill>
              </a:rPr>
              <a:t>th</a:t>
            </a:r>
            <a:r>
              <a:rPr lang="en-US" sz="2000" dirty="0">
                <a:solidFill>
                  <a:srgbClr val="080808"/>
                </a:solidFill>
              </a:rPr>
              <a:t> September 2023</a:t>
            </a:r>
          </a:p>
          <a:p>
            <a:endParaRPr lang="en-US" sz="2000" dirty="0">
              <a:solidFill>
                <a:srgbClr val="080808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E6F6C3-8F88-70F8-1E78-84666188BC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4642" y="2353641"/>
            <a:ext cx="5782716" cy="2150719"/>
          </a:xfrm>
          <a:noFill/>
        </p:spPr>
        <p:txBody>
          <a:bodyPr anchor="ctr">
            <a:normAutofit/>
          </a:bodyPr>
          <a:lstStyle/>
          <a:p>
            <a:r>
              <a:rPr lang="en-US" sz="7200" b="1" i="1" dirty="0">
                <a:solidFill>
                  <a:srgbClr val="FF0000"/>
                </a:solidFill>
              </a:rPr>
              <a:t>Congenital Anomalies</a:t>
            </a: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E07981EA-05A6-437C-88D7-B377B92B0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629823" y="5457591"/>
            <a:ext cx="2231794" cy="2568811"/>
          </a:xfrm>
          <a:custGeom>
            <a:avLst/>
            <a:gdLst>
              <a:gd name="connsiteX0" fmla="*/ 0 w 2940086"/>
              <a:gd name="connsiteY0" fmla="*/ 0 h 3384061"/>
              <a:gd name="connsiteX1" fmla="*/ 2496112 w 2940086"/>
              <a:gd name="connsiteY1" fmla="*/ 0 h 3384061"/>
              <a:gd name="connsiteX2" fmla="*/ 2940086 w 2940086"/>
              <a:gd name="connsiteY2" fmla="*/ 443975 h 3384061"/>
              <a:gd name="connsiteX3" fmla="*/ 0 w 2940086"/>
              <a:gd name="connsiteY3" fmla="*/ 3384061 h 3384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0086" h="3384061">
                <a:moveTo>
                  <a:pt x="0" y="0"/>
                </a:moveTo>
                <a:lnTo>
                  <a:pt x="2496112" y="0"/>
                </a:lnTo>
                <a:lnTo>
                  <a:pt x="2940086" y="443975"/>
                </a:lnTo>
                <a:lnTo>
                  <a:pt x="0" y="3384061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5E3C750-986E-4769-B1AE-49289FBEE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720059" y="5243545"/>
            <a:ext cx="959985" cy="959985"/>
          </a:xfrm>
          <a:prstGeom prst="rect">
            <a:avLst/>
          </a:pr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423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82171A7-2157-EEFD-D230-3F68FD8AAD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53364" y="643467"/>
            <a:ext cx="8885271" cy="5571065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4800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CC71FCC-173A-151D-4CF6-EF484E8244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70670" y="643467"/>
            <a:ext cx="8427197" cy="5571065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1185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5D4087C-D795-6AF7-0B1B-28BA8CD592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85951" y="643467"/>
            <a:ext cx="8015150" cy="5571065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3578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8B9511A-63D4-BAD6-1BF1-BF786B2E46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49762" y="643467"/>
            <a:ext cx="8492476" cy="5571065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4266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824CDC5-F4D6-5B12-C901-542A4B6624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67265" y="643467"/>
            <a:ext cx="6257470" cy="5571065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6855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FED56A8-8D23-8214-6D90-995BF09C1F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17370" y="643467"/>
            <a:ext cx="8218169" cy="5571065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2668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DF7E455-3D73-FE52-D7BD-4452C3C771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08928" y="643467"/>
            <a:ext cx="7574144" cy="5571065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8073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80A5FD4-7532-D2D9-70E8-0556CEFF6C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71650" y="643467"/>
            <a:ext cx="8128249" cy="5571065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0400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8294908-8B00-4F58-BBBA-20F71A40A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364C879-1404-4203-8E9D-CC5DE0A621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82782" y="-1386168"/>
            <a:ext cx="2424873" cy="3611191"/>
          </a:xfrm>
          <a:custGeom>
            <a:avLst/>
            <a:gdLst>
              <a:gd name="connsiteX0" fmla="*/ 0 w 2424873"/>
              <a:gd name="connsiteY0" fmla="*/ 2424874 h 3611191"/>
              <a:gd name="connsiteX1" fmla="*/ 2424873 w 2424873"/>
              <a:gd name="connsiteY1" fmla="*/ 0 h 3611191"/>
              <a:gd name="connsiteX2" fmla="*/ 2424873 w 2424873"/>
              <a:gd name="connsiteY2" fmla="*/ 3611191 h 3611191"/>
              <a:gd name="connsiteX3" fmla="*/ 1186317 w 2424873"/>
              <a:gd name="connsiteY3" fmla="*/ 3611191 h 3611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24873" h="3611191">
                <a:moveTo>
                  <a:pt x="0" y="2424874"/>
                </a:moveTo>
                <a:lnTo>
                  <a:pt x="2424873" y="0"/>
                </a:lnTo>
                <a:lnTo>
                  <a:pt x="2424873" y="3611191"/>
                </a:lnTo>
                <a:lnTo>
                  <a:pt x="1186317" y="3611191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4617302-4B0D-4351-A6BB-6F0930D94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571000" y="-338582"/>
            <a:ext cx="1635955" cy="1635955"/>
          </a:xfrm>
          <a:custGeom>
            <a:avLst/>
            <a:gdLst>
              <a:gd name="connsiteX0" fmla="*/ 0 w 1635955"/>
              <a:gd name="connsiteY0" fmla="*/ 957987 h 1635955"/>
              <a:gd name="connsiteX1" fmla="*/ 957987 w 1635955"/>
              <a:gd name="connsiteY1" fmla="*/ 0 h 1635955"/>
              <a:gd name="connsiteX2" fmla="*/ 1635955 w 1635955"/>
              <a:gd name="connsiteY2" fmla="*/ 0 h 1635955"/>
              <a:gd name="connsiteX3" fmla="*/ 1635955 w 1635955"/>
              <a:gd name="connsiteY3" fmla="*/ 1635955 h 1635955"/>
              <a:gd name="connsiteX4" fmla="*/ 0 w 1635955"/>
              <a:gd name="connsiteY4" fmla="*/ 1635955 h 1635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35955" h="1635955">
                <a:moveTo>
                  <a:pt x="0" y="957987"/>
                </a:moveTo>
                <a:lnTo>
                  <a:pt x="957987" y="0"/>
                </a:lnTo>
                <a:lnTo>
                  <a:pt x="1635955" y="0"/>
                </a:lnTo>
                <a:lnTo>
                  <a:pt x="1635955" y="1635955"/>
                </a:lnTo>
                <a:lnTo>
                  <a:pt x="0" y="1635955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A2C7802-C2E0-4218-8F89-8DD7CCD2CD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627985" y="-6588"/>
            <a:ext cx="4059393" cy="2548110"/>
          </a:xfrm>
          <a:custGeom>
            <a:avLst/>
            <a:gdLst>
              <a:gd name="connsiteX0" fmla="*/ 0 w 4059393"/>
              <a:gd name="connsiteY0" fmla="*/ 1511282 h 2548110"/>
              <a:gd name="connsiteX1" fmla="*/ 1511282 w 4059393"/>
              <a:gd name="connsiteY1" fmla="*/ 0 h 2548110"/>
              <a:gd name="connsiteX2" fmla="*/ 4059393 w 4059393"/>
              <a:gd name="connsiteY2" fmla="*/ 2548110 h 2548110"/>
              <a:gd name="connsiteX3" fmla="*/ 0 w 4059393"/>
              <a:gd name="connsiteY3" fmla="*/ 2548110 h 2548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59393" h="2548110">
                <a:moveTo>
                  <a:pt x="0" y="1511282"/>
                </a:moveTo>
                <a:lnTo>
                  <a:pt x="1511282" y="0"/>
                </a:lnTo>
                <a:lnTo>
                  <a:pt x="4059393" y="2548110"/>
                </a:lnTo>
                <a:lnTo>
                  <a:pt x="0" y="254811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6D7111A-21E5-4EE9-8A78-10E5530F0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0262924" y="1465780"/>
            <a:ext cx="1185708" cy="118570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A3969E80-A77B-49FC-9122-D89AFD5EE1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-29557" y="5198743"/>
            <a:ext cx="2444907" cy="2366116"/>
          </a:xfrm>
          <a:custGeom>
            <a:avLst/>
            <a:gdLst>
              <a:gd name="connsiteX0" fmla="*/ 0 w 2203753"/>
              <a:gd name="connsiteY0" fmla="*/ 0 h 2132734"/>
              <a:gd name="connsiteX1" fmla="*/ 2203753 w 2203753"/>
              <a:gd name="connsiteY1" fmla="*/ 0 h 2132734"/>
              <a:gd name="connsiteX2" fmla="*/ 2203753 w 2203753"/>
              <a:gd name="connsiteY2" fmla="*/ 576461 h 2132734"/>
              <a:gd name="connsiteX3" fmla="*/ 647480 w 2203753"/>
              <a:gd name="connsiteY3" fmla="*/ 2132734 h 2132734"/>
              <a:gd name="connsiteX4" fmla="*/ 0 w 2203753"/>
              <a:gd name="connsiteY4" fmla="*/ 1485255 h 2132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03753" h="2132734">
                <a:moveTo>
                  <a:pt x="0" y="0"/>
                </a:moveTo>
                <a:lnTo>
                  <a:pt x="2203753" y="0"/>
                </a:lnTo>
                <a:lnTo>
                  <a:pt x="2203753" y="576461"/>
                </a:lnTo>
                <a:lnTo>
                  <a:pt x="647480" y="2132734"/>
                </a:lnTo>
                <a:lnTo>
                  <a:pt x="0" y="1485255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849CA57-76BD-4CF2-80BA-D7A46A01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769787" y="5439893"/>
            <a:ext cx="928467" cy="928467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35E9085E-E730-4768-83D4-6CB7E98971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3401311" y="734311"/>
            <a:ext cx="5389379" cy="5389379"/>
          </a:xfrm>
          <a:custGeom>
            <a:avLst/>
            <a:gdLst>
              <a:gd name="connsiteX0" fmla="*/ 0 w 5389379"/>
              <a:gd name="connsiteY0" fmla="*/ 540040 h 5389379"/>
              <a:gd name="connsiteX1" fmla="*/ 540040 w 5389379"/>
              <a:gd name="connsiteY1" fmla="*/ 0 h 5389379"/>
              <a:gd name="connsiteX2" fmla="*/ 5389379 w 5389379"/>
              <a:gd name="connsiteY2" fmla="*/ 0 h 5389379"/>
              <a:gd name="connsiteX3" fmla="*/ 5389379 w 5389379"/>
              <a:gd name="connsiteY3" fmla="*/ 4838655 h 5389379"/>
              <a:gd name="connsiteX4" fmla="*/ 4838655 w 5389379"/>
              <a:gd name="connsiteY4" fmla="*/ 5389379 h 5389379"/>
              <a:gd name="connsiteX5" fmla="*/ 0 w 5389379"/>
              <a:gd name="connsiteY5" fmla="*/ 5389379 h 5389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89379" h="5389379">
                <a:moveTo>
                  <a:pt x="0" y="540040"/>
                </a:moveTo>
                <a:lnTo>
                  <a:pt x="540040" y="0"/>
                </a:lnTo>
                <a:lnTo>
                  <a:pt x="5389379" y="0"/>
                </a:lnTo>
                <a:lnTo>
                  <a:pt x="5389379" y="4838655"/>
                </a:lnTo>
                <a:lnTo>
                  <a:pt x="4838655" y="5389379"/>
                </a:lnTo>
                <a:lnTo>
                  <a:pt x="0" y="538937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973272FE-A474-4CAE-8CA2-BCC8B476C3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00283" y="33283"/>
            <a:ext cx="6791435" cy="6791435"/>
          </a:xfrm>
          <a:custGeom>
            <a:avLst/>
            <a:gdLst>
              <a:gd name="connsiteX0" fmla="*/ 1860938 w 6791435"/>
              <a:gd name="connsiteY0" fmla="*/ 81158 h 6791435"/>
              <a:gd name="connsiteX1" fmla="*/ 1942096 w 6791435"/>
              <a:gd name="connsiteY1" fmla="*/ 0 h 6791435"/>
              <a:gd name="connsiteX2" fmla="*/ 6791435 w 6791435"/>
              <a:gd name="connsiteY2" fmla="*/ 0 h 6791435"/>
              <a:gd name="connsiteX3" fmla="*/ 6791435 w 6791435"/>
              <a:gd name="connsiteY3" fmla="*/ 4838655 h 6791435"/>
              <a:gd name="connsiteX4" fmla="*/ 6710277 w 6791435"/>
              <a:gd name="connsiteY4" fmla="*/ 4919813 h 6791435"/>
              <a:gd name="connsiteX5" fmla="*/ 6710277 w 6791435"/>
              <a:gd name="connsiteY5" fmla="*/ 81158 h 6791435"/>
              <a:gd name="connsiteX6" fmla="*/ 0 w 6791435"/>
              <a:gd name="connsiteY6" fmla="*/ 1942096 h 6791435"/>
              <a:gd name="connsiteX7" fmla="*/ 81158 w 6791435"/>
              <a:gd name="connsiteY7" fmla="*/ 1860938 h 6791435"/>
              <a:gd name="connsiteX8" fmla="*/ 81158 w 6791435"/>
              <a:gd name="connsiteY8" fmla="*/ 6710277 h 6791435"/>
              <a:gd name="connsiteX9" fmla="*/ 4919813 w 6791435"/>
              <a:gd name="connsiteY9" fmla="*/ 6710277 h 6791435"/>
              <a:gd name="connsiteX10" fmla="*/ 4838655 w 6791435"/>
              <a:gd name="connsiteY10" fmla="*/ 6791435 h 6791435"/>
              <a:gd name="connsiteX11" fmla="*/ 0 w 6791435"/>
              <a:gd name="connsiteY11" fmla="*/ 6791435 h 6791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791435" h="6791435">
                <a:moveTo>
                  <a:pt x="1860938" y="81158"/>
                </a:moveTo>
                <a:lnTo>
                  <a:pt x="1942096" y="0"/>
                </a:lnTo>
                <a:lnTo>
                  <a:pt x="6791435" y="0"/>
                </a:lnTo>
                <a:lnTo>
                  <a:pt x="6791435" y="4838655"/>
                </a:lnTo>
                <a:lnTo>
                  <a:pt x="6710277" y="4919813"/>
                </a:lnTo>
                <a:lnTo>
                  <a:pt x="6710277" y="81158"/>
                </a:lnTo>
                <a:close/>
                <a:moveTo>
                  <a:pt x="0" y="1942096"/>
                </a:moveTo>
                <a:lnTo>
                  <a:pt x="81158" y="1860938"/>
                </a:lnTo>
                <a:lnTo>
                  <a:pt x="81158" y="6710277"/>
                </a:lnTo>
                <a:lnTo>
                  <a:pt x="4919813" y="6710277"/>
                </a:lnTo>
                <a:lnTo>
                  <a:pt x="4838655" y="6791435"/>
                </a:lnTo>
                <a:lnTo>
                  <a:pt x="0" y="6791435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7A60F5-B509-0D9C-8241-8B5694FBD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4642" y="2353641"/>
            <a:ext cx="5782716" cy="2150719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9600" b="1" i="1" kern="120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The End </a:t>
            </a: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E07981EA-05A6-437C-88D7-B377B92B0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629823" y="5457591"/>
            <a:ext cx="2231794" cy="2568811"/>
          </a:xfrm>
          <a:custGeom>
            <a:avLst/>
            <a:gdLst>
              <a:gd name="connsiteX0" fmla="*/ 0 w 2940086"/>
              <a:gd name="connsiteY0" fmla="*/ 0 h 3384061"/>
              <a:gd name="connsiteX1" fmla="*/ 2496112 w 2940086"/>
              <a:gd name="connsiteY1" fmla="*/ 0 h 3384061"/>
              <a:gd name="connsiteX2" fmla="*/ 2940086 w 2940086"/>
              <a:gd name="connsiteY2" fmla="*/ 443975 h 3384061"/>
              <a:gd name="connsiteX3" fmla="*/ 0 w 2940086"/>
              <a:gd name="connsiteY3" fmla="*/ 3384061 h 3384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0086" h="3384061">
                <a:moveTo>
                  <a:pt x="0" y="0"/>
                </a:moveTo>
                <a:lnTo>
                  <a:pt x="2496112" y="0"/>
                </a:lnTo>
                <a:lnTo>
                  <a:pt x="2940086" y="443975"/>
                </a:lnTo>
                <a:lnTo>
                  <a:pt x="0" y="3384061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5E3C750-986E-4769-B1AE-49289FBEE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720059" y="5243545"/>
            <a:ext cx="959985" cy="959985"/>
          </a:xfrm>
          <a:prstGeom prst="rect">
            <a:avLst/>
          </a:pr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6292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28</Words>
  <Application>Microsoft Office PowerPoint</Application>
  <PresentationFormat>Widescreen</PresentationFormat>
  <Paragraphs>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Congenital Anomalies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The End </vt:lpstr>
    </vt:vector>
  </TitlesOfParts>
  <Company>SACC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Congenital Anomalies</dc:title>
  <dc:creator>Zaid Jafar</dc:creator>
  <cp:lastModifiedBy>Zaid Jafar</cp:lastModifiedBy>
  <cp:revision>2</cp:revision>
  <dcterms:created xsi:type="dcterms:W3CDTF">2022-10-03T19:00:32Z</dcterms:created>
  <dcterms:modified xsi:type="dcterms:W3CDTF">2023-09-21T20:31:07Z</dcterms:modified>
</cp:coreProperties>
</file>